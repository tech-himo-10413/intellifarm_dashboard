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934"/>
            <a:ext cx="12188952" cy="685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228600" cy="27432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A7F3D0"/>
                </a:solidFill>
              </a:rPr>
              <a:t>🌾  📊  🤖  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IntelliFarm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F3D0"/>
                </a:solidFill>
              </a:rPr>
              <a:t>AI-Powered Agricultural Data Analytics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994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9E0B"/>
                </a:solidFill>
              </a:rPr>
              <a:t>Upload  ·  Clean  ·  Analyse  ·  Visualise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F3D0"/>
                </a:solidFill>
              </a:rPr>
              <a:t>B.Tech Final Year Project  |  Department of Computer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Presented by: Himagiri  |  2025–26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B7280"/>
                </a:solidFill>
              </a:rPr>
              <a:t>Guide: [Professor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F3D0"/>
                </a:solidFill>
              </a:rPr>
              <a:t>What we will cover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02920" cy="6858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64591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5448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F46"/>
                </a:solidFill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92807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Why existing farm data tools fall short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08760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502920" cy="6858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64591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55448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F46"/>
                </a:solidFill>
              </a:rPr>
              <a:t>Our Approach &amp;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892807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The 3-Phase architecture of IntelliFarm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23160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423160"/>
            <a:ext cx="502920" cy="6858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2560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468879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F46"/>
                </a:solidFill>
              </a:rPr>
              <a:t>System Architecture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807208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How data flows from upload to insight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423160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2423160"/>
            <a:ext cx="502920" cy="6858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7648" y="2560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468879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F46"/>
                </a:solidFill>
              </a:rPr>
              <a:t>Key Features &amp; Modules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807208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Core capabilities built into the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37560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337560"/>
            <a:ext cx="502920" cy="6858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3474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383279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F46"/>
                </a:solidFill>
              </a:rPr>
              <a:t>Live Implementation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3721608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Screenshots &amp; AI-generated dashboard results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337560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3337560"/>
            <a:ext cx="502920" cy="6858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27648" y="3474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383279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F46"/>
                </a:solidFill>
              </a:rPr>
              <a:t>Conclusion &amp; Future Scope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721608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Impact, limitations,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F3D0"/>
                </a:solidFill>
              </a:rPr>
              <a:t>The gap between farm data and actionable insight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94960" cy="46634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91616"/>
                </a:solidFill>
              </a:rPr>
              <a:t>⚠  Challenges Faced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  •  Farmers &amp; researchers manually process CSV files in Excel — error-prone &amp; slow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0720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  •  No single tool reads raw farm data, cleans it, and generates visual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57015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11827"/>
                </a:solidFill>
              </a:rPr>
              <a:t>  •  AI/BI tools like Power BI require SQL expertise — inaccessible to domain experts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06824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  •  Data quality issues (missing values, type mismatches) silently corrupt analyses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056631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  •  No natural-language interface to query farm datasets without coding knowledge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508760"/>
            <a:ext cx="5394960" cy="46634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F46"/>
                </a:solidFill>
              </a:rPr>
              <a:t>✅  What Was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574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  ✓  One-click file upload with automatic data type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0720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  ✓  Auto-clean engine: fill nulls, remove duplicates, fix type mismatches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557015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  ✓  Natural-language AI query: ask questions, get charts instantly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306824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  ✓  No SQL or coding knowledge required from the end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056631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  ✓  Runs locally — data stays private on the researcher's machine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 &amp;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F3D0"/>
                </a:solidFill>
              </a:rPr>
              <a:t>How IntelliFarm transforms raw data into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377440" cy="141732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2286000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1
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4006"/>
            <a:ext cx="2286000" cy="637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CSV / Excel
File Upload
+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110892"/>
            <a:ext cx="822960" cy="80467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94760" y="1554480"/>
            <a:ext cx="2377440" cy="141732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0" y="1600200"/>
            <a:ext cx="2286000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2
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334006"/>
            <a:ext cx="2286000" cy="637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Auto-detect
Missing / Type
Errors + Fix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10892"/>
            <a:ext cx="822960" cy="80467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86600" y="1554480"/>
            <a:ext cx="2377440" cy="141732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0" y="1600200"/>
            <a:ext cx="2286000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3
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334006"/>
            <a:ext cx="2286000" cy="637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AI Query
SQL Generation
Chart Render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54680"/>
            <a:ext cx="713232" cy="3840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200400"/>
            <a:ext cx="621792" cy="211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Polars Parser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52728" y="3154680"/>
            <a:ext cx="713232" cy="3840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98448" y="3200400"/>
            <a:ext cx="621792" cy="211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Schema Detection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02536" y="3154680"/>
            <a:ext cx="713232" cy="3840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48256" y="3200400"/>
            <a:ext cx="621792" cy="211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Health Report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3154680"/>
            <a:ext cx="713232" cy="3840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0" y="3200400"/>
            <a:ext cx="621792" cy="211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Null Filler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44568" y="3154680"/>
            <a:ext cx="713232" cy="3840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90288" y="3200400"/>
            <a:ext cx="621792" cy="211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Dedup Engine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94376" y="3154680"/>
            <a:ext cx="713232" cy="3840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40096" y="3200400"/>
            <a:ext cx="621792" cy="211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Type Caster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3154680"/>
            <a:ext cx="713232" cy="38404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0" y="3200400"/>
            <a:ext cx="621792" cy="211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Ollama LLM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36408" y="3154680"/>
            <a:ext cx="713232" cy="38404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82128" y="3200400"/>
            <a:ext cx="621792" cy="211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DuckDB SQL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86216" y="3154680"/>
            <a:ext cx="713232" cy="38404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31936" y="3200400"/>
            <a:ext cx="621792" cy="211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Plotly Charts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55064" y="2971800"/>
            <a:ext cx="73152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46904" y="2971800"/>
            <a:ext cx="73152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38744" y="2971800"/>
            <a:ext cx="73152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65760" y="3749039"/>
            <a:ext cx="114300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65760" y="3749039"/>
            <a:ext cx="164592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382219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F46"/>
                </a:solidFill>
              </a:rPr>
              <a:t>Outputs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1879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📊  Interactive Plotly Charts (Bar, Pie, Histogram, Map)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1879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📋  Accurate Data Tables (100% queried from uploaded file)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5994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🤖  AI Insight Summary in plain English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5994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💾  Download cleaned dataset as CSV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257800"/>
            <a:ext cx="11430000" cy="50292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5321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F3D0"/>
                </a:solidFill>
              </a:rPr>
              <a:t>Tech Stack:   Python  ·  Streamlit  ·  Polars  ·  DuckDB  ·  Plotly  ·  Ollama (Local LLM)  ·  qwen2.5-coder:7b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Features &amp;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F3D0"/>
                </a:solidFill>
              </a:rPr>
              <a:t>Six pillars that power the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3566160" cy="21945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58191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F46"/>
                </a:solidFill>
              </a:rPr>
              <a:t>🌾  Smart Upload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32918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  Accepts CSV &amp; Excel (up to 100 MB)</a:t>
            </a:r>
          </a:p>
          <a:p>
            <a:pPr algn="l"/>
            <a:r>
              <a:rPr sz="1200" b="0">
                <a:solidFill>
                  <a:srgbClr val="111827"/>
                </a:solidFill>
              </a:rPr>
              <a:t>  Polars-powered fast parsing</a:t>
            </a:r>
          </a:p>
          <a:p>
            <a:pPr algn="l"/>
            <a:r>
              <a:rPr sz="1200" b="0">
                <a:solidFill>
                  <a:srgbClr val="111827"/>
                </a:solidFill>
              </a:rPr>
              <a:t>  Instant schema + health report</a:t>
            </a:r>
          </a:p>
          <a:p>
            <a:pPr algn="l"/>
            <a:r>
              <a:rPr sz="1200" b="0">
                <a:solidFill>
                  <a:srgbClr val="111827"/>
                </a:solidFill>
              </a:rPr>
              <a:t>  Duplicate &amp; type-error 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3672" y="1508760"/>
            <a:ext cx="3566160" cy="21945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5112" y="158191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F46"/>
                </a:solidFill>
              </a:rPr>
              <a:t>🧹  Auto-Clean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1965960"/>
            <a:ext cx="32918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  Auto-fill missing values</a:t>
            </a:r>
          </a:p>
          <a:p>
            <a:pPr algn="l"/>
            <a:r>
              <a:rPr sz="1200" b="0">
                <a:solidFill>
                  <a:srgbClr val="111827"/>
                </a:solidFill>
              </a:rPr>
              <a:t>  Remove duplicate rows</a:t>
            </a:r>
          </a:p>
          <a:p>
            <a:pPr algn="l"/>
            <a:r>
              <a:rPr sz="1200" b="0">
                <a:solidFill>
                  <a:srgbClr val="111827"/>
                </a:solidFill>
              </a:rPr>
              <a:t>  Cast text-to-number columns</a:t>
            </a:r>
          </a:p>
          <a:p>
            <a:pPr algn="l"/>
            <a:r>
              <a:rPr sz="1200" b="0">
                <a:solidFill>
                  <a:srgbClr val="111827"/>
                </a:solidFill>
              </a:rPr>
              <a:t>  Live editable data grid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7304" y="1508760"/>
            <a:ext cx="3566160" cy="21945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38744" y="158191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F46"/>
                </a:solidFill>
              </a:rPr>
              <a:t>🤖  AI Query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1965960"/>
            <a:ext cx="32918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  Natural language → SQL → Chart</a:t>
            </a:r>
          </a:p>
          <a:p>
            <a:pPr algn="l"/>
            <a:r>
              <a:rPr sz="1200" b="0">
                <a:solidFill>
                  <a:srgbClr val="111827"/>
                </a:solidFill>
              </a:rPr>
              <a:t>  Powered by local Ollama LLM</a:t>
            </a:r>
          </a:p>
          <a:p>
            <a:pPr algn="l"/>
            <a:r>
              <a:rPr sz="1200" b="0">
                <a:solidFill>
                  <a:srgbClr val="111827"/>
                </a:solidFill>
              </a:rPr>
              <a:t>  No cloud API — 100% private</a:t>
            </a:r>
          </a:p>
          <a:p>
            <a:pPr algn="l"/>
            <a:r>
              <a:rPr sz="1200" b="0">
                <a:solidFill>
                  <a:srgbClr val="111827"/>
                </a:solidFill>
              </a:rPr>
              <a:t>  5 AI-suggested queries per dataset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886200"/>
            <a:ext cx="3566160" cy="219456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79" y="395935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F46"/>
                </a:solidFill>
              </a:rPr>
              <a:t>📊  Dynamic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32918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  Bar, Pie, Histogram, Map charts</a:t>
            </a:r>
          </a:p>
          <a:p>
            <a:pPr algn="l"/>
            <a:r>
              <a:rPr sz="1200" b="0">
                <a:solidFill>
                  <a:srgbClr val="111827"/>
                </a:solidFill>
              </a:rPr>
              <a:t>  Plotly interactive rendering</a:t>
            </a:r>
          </a:p>
          <a:p>
            <a:pPr algn="l"/>
            <a:r>
              <a:rPr sz="1200" b="0">
                <a:solidFill>
                  <a:srgbClr val="111827"/>
                </a:solidFill>
              </a:rPr>
              <a:t>  Auto-correcting SQL engine</a:t>
            </a:r>
          </a:p>
          <a:p>
            <a:pPr algn="l"/>
            <a:r>
              <a:rPr sz="1200" b="0">
                <a:solidFill>
                  <a:srgbClr val="111827"/>
                </a:solidFill>
              </a:rPr>
              <a:t>  KPI metric cards for scalar results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3672" y="3886200"/>
            <a:ext cx="3566160" cy="219456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5112" y="395935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F46"/>
                </a:solidFill>
              </a:rPr>
              <a:t>🛡️  Data Accuracy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4343400"/>
            <a:ext cx="32918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  DuckDB in-memory SQL execution</a:t>
            </a:r>
          </a:p>
          <a:p>
            <a:pPr algn="l"/>
            <a:r>
              <a:rPr sz="1200" b="0">
                <a:solidFill>
                  <a:srgbClr val="111827"/>
                </a:solidFill>
              </a:rPr>
              <a:t>  Fuzzy column-name auto-fixer</a:t>
            </a:r>
          </a:p>
          <a:p>
            <a:pPr algn="l"/>
            <a:r>
              <a:rPr sz="1200" b="0">
                <a:solidFill>
                  <a:srgbClr val="111827"/>
                </a:solidFill>
              </a:rPr>
              <a:t>  Fallback data table for failed charts</a:t>
            </a:r>
          </a:p>
          <a:p>
            <a:pPr algn="l"/>
            <a:r>
              <a:rPr sz="1200" b="0">
                <a:solidFill>
                  <a:srgbClr val="111827"/>
                </a:solidFill>
              </a:rPr>
              <a:t>  Zero hallucination policy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7304" y="3886200"/>
            <a:ext cx="3566160" cy="219456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38744" y="395935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F46"/>
                </a:solidFill>
              </a:rPr>
              <a:t>💾  Export &amp; Privacy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4343400"/>
            <a:ext cx="32918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  Download cleaned CSV anytime</a:t>
            </a:r>
          </a:p>
          <a:p>
            <a:pPr algn="l"/>
            <a:r>
              <a:rPr sz="1200" b="0">
                <a:solidFill>
                  <a:srgbClr val="111827"/>
                </a:solidFill>
              </a:rPr>
              <a:t>  Runs 100% on local machine</a:t>
            </a:r>
          </a:p>
          <a:p>
            <a:pPr algn="l"/>
            <a:r>
              <a:rPr sz="1200" b="0">
                <a:solidFill>
                  <a:srgbClr val="111827"/>
                </a:solidFill>
              </a:rPr>
              <a:t>  No data leaves the system</a:t>
            </a:r>
          </a:p>
          <a:p>
            <a:pPr algn="l"/>
            <a:r>
              <a:rPr sz="1200" b="0">
                <a:solidFill>
                  <a:srgbClr val="111827"/>
                </a:solidFill>
              </a:rPr>
              <a:t>  No external API calls for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 &amp; 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F3D0"/>
                </a:solidFill>
              </a:rPr>
              <a:t>What we built and where it goes next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5303520" cy="33375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What We Achieved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✓  End-to-end agricultural data pipeline in a single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3347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✓  Natural language AI querying with local LLM (no cloud)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6382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✓  Automatic data cleaning with zero manual SQL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94175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✓  Robust fallback: always shows data even if chart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24527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✓  Responsive, professional UI with farm-themed UX loaders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508760"/>
            <a:ext cx="5303520" cy="33375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6276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Future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031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➜  Multi-dataset join support across uploaded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3347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➜  Voice-based querying using speech-to-text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6382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➜  Mobile-responsive Progressive Web App (PWA)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94175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➜  Government AGMARKNET API integration for live prices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24527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➜  Role-based access for cooperative societies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16636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FF0000"/>
                </a:solidFill>
                <a:highlight>
                  <a:srgbClr val="00FF00"/>
                </a:highlight>
              </a:rPr>
              <a:t>"Empowering every farmer and researcher to turn raw data into actionable decisions — no coding required."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695</Words>
  <Application>Microsoft Office PowerPoint</Application>
  <PresentationFormat>Custom</PresentationFormat>
  <Paragraphs>112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Tamarapelli Himagiri</cp:lastModifiedBy>
  <cp:revision>2</cp:revision>
  <dcterms:created xsi:type="dcterms:W3CDTF">2013-01-27T09:14:16Z</dcterms:created>
  <dcterms:modified xsi:type="dcterms:W3CDTF">2026-08-12T06:31:43Z</dcterms:modified>
  <cp:category/>
</cp:coreProperties>
</file>