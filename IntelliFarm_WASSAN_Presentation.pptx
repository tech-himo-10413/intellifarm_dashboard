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2"/>
    <p:sldId id="263" r:id="rId13"/>
    <p:sldId id="264" r:id="rId14"/>
    <p:sldId id="265" r:id="rId15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2648" y="0"/>
            <a:ext cx="64008" cy="68580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20040"/>
            <a:ext cx="4389120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40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WASSAN  |  Internship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14300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E40AF"/>
                </a:solidFill>
              </a:rPr>
              <a:t>IntelliFarm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12848"/>
            <a:ext cx="59436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D9488"/>
                </a:solidFill>
              </a:rPr>
              <a:t>AI-Powered Agricultural Data Analytics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Upload  ·  Clean  ·  Analyse  ·  Visualise  ·  Generate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10332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160520"/>
            <a:ext cx="109728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279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Internship Organization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7939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Watershed Support Services and Activities Network (WASSAN)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63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Reporting Authority    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6634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 Vijay, Program Associate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47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Presented by           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4748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Himagiri  |  B.Tech Computer 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4315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Internship Duration    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43153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 Months  |  Assignment-Based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81558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</a:rPr>
              <a:t>Date                   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815583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What this presentation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73351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EFAC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563624"/>
            <a:ext cx="4553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Context &amp;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11095"/>
            <a:ext cx="4553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Why WASSAN needed a smarter data tool for field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50876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508760"/>
            <a:ext cx="54864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673351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EFAC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563624"/>
            <a:ext cx="4553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Our Approach &amp;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911095"/>
            <a:ext cx="4553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The 3-Phase architecture: Upload → Clean →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54864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26334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EFAC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523744"/>
            <a:ext cx="4553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871216"/>
            <a:ext cx="4553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How the platform is built and what technologies power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46888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468880"/>
            <a:ext cx="54864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26334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EFAC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523744"/>
            <a:ext cx="4553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Key Features &amp;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871216"/>
            <a:ext cx="4553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Six core modules built during the internship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2900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429000"/>
            <a:ext cx="54864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59359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EFAC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3483864"/>
            <a:ext cx="4553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Live Results &amp;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831336"/>
            <a:ext cx="4553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What the platform produces from real agricultural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42900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3429000"/>
            <a:ext cx="548640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359359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6EFAC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3483864"/>
            <a:ext cx="4553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Conclusion &amp; 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3831336"/>
            <a:ext cx="4553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Impact, learnings, and scope for future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11247120" cy="438912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4617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</a:rPr>
              <a:t>  This platform was built as part of the WASSAN internship to help program teams analyse watershed and agricultural field data without needing SQL or data science expertise.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Context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Challenges in analysing WASSAN field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394960" cy="47548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539496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Challenges Observed at WASSAN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Field data collected across districts arrives as large Excel/CSV files with inconsistencies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7340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15768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Program staff manually clean and analyse data in Excel — time-consuming &amp; error-prone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38144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38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1985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No single tool that can clean raw data AND generate visual summaries for 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23944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BI tools like Power BI require SQL or data expertise unavailable at field level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28032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Researchers cannot query data in plain language without coding knowledge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50408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5504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Insights are delayed — by the time charts are ready, field cycles have moved 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481328"/>
            <a:ext cx="5394960" cy="4754880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481328"/>
            <a:ext cx="53949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1536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IntelliFarm's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02996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 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01168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One-click CSV / Excel upload with automatic schema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3405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 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715768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Auto-clean engine: fill nulls, remove duplicates, fix type errors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4381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 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419856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Natural-language AI query: ask questions, get charts instantly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14223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 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12394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No SQL, no coding — designed for domain experts and field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 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28032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Runs 100% locally — field data stays private on WASSAN machines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504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  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532120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Insights available in seconds, not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How raw field data becomes actionable visual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2514600" cy="138988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645920"/>
            <a:ext cx="2404872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
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295509"/>
            <a:ext cx="2404872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CSV / Excel
File Upload
&amp;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76272"/>
            <a:ext cx="9601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0" y="2066543"/>
            <a:ext cx="164592" cy="3108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23360" y="1572768"/>
            <a:ext cx="2514600" cy="13898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1645920"/>
            <a:ext cx="2404872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
Clean &amp;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8224" y="2295509"/>
            <a:ext cx="2404872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Auto-detect
Errors + Fix
Live Editor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176272"/>
            <a:ext cx="9601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0" y="2066543"/>
            <a:ext cx="164592" cy="3108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1572768"/>
            <a:ext cx="2514600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44384" y="1645920"/>
            <a:ext cx="2404872" cy="72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
Dashboard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4" y="2295509"/>
            <a:ext cx="2404872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AI Query
SQL Engine
Chart Render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68096" cy="3657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</a:rPr>
              <a:t>Polars Parser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52728" y="3191256"/>
            <a:ext cx="768096" cy="3657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</a:rPr>
              <a:t>Schema Detect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48256" y="3191256"/>
            <a:ext cx="768096" cy="3657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75688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</a:rPr>
              <a:t>Health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7924" y="2962656"/>
            <a:ext cx="73152" cy="2286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23360" y="3191256"/>
            <a:ext cx="768096" cy="365760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2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</a:rPr>
              <a:t>Null Filler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18888" y="3191256"/>
            <a:ext cx="768096" cy="365760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</a:rPr>
              <a:t>Dedup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4416" y="3191256"/>
            <a:ext cx="768096" cy="365760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41848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</a:rPr>
              <a:t>Type Caster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44084" y="2962656"/>
            <a:ext cx="73152" cy="2286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589520" y="3191256"/>
            <a:ext cx="768096" cy="3657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16952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</a:rPr>
              <a:t>Ollama LLM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5048" y="3191256"/>
            <a:ext cx="768096" cy="3657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</a:rPr>
              <a:t>DuckDB 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0576" y="3191256"/>
            <a:ext cx="768096" cy="3657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08008" y="321868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</a:rPr>
              <a:t>Plotly Charts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10244" y="2962656"/>
            <a:ext cx="73152" cy="2286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5760" y="3822191"/>
            <a:ext cx="11430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3822191"/>
            <a:ext cx="16459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38953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Outputs Delivered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931920"/>
            <a:ext cx="2651760" cy="1143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40050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Interactive Charts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4343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Bar, Pie, Histogram, Scatter, Map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3931920"/>
            <a:ext cx="2651760" cy="1143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84448" y="40050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Accurate Data Tables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4343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100% queried from uploaded file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931920"/>
            <a:ext cx="2651760" cy="1143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19088" y="40050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AI Insight Summary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4343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Plain-English explanation of results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931920"/>
            <a:ext cx="2651760" cy="1143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53728" y="40050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</a:rPr>
              <a:t>Clean CSV Download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4343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Processed dataset for reporting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376672"/>
            <a:ext cx="11430000" cy="43891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2920" y="54223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  Tech Stack:  Python  |  Streamlit  |  Polars  |  DuckDB  |  Plotly  |  Ollama  |  qwen2.5-coder:7b (Local LLM)  |  Difflib (SQL Auto-Corrector)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 Built During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Six capabilities developed over the 2-month engagement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566160" cy="2286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56616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563624"/>
            <a:ext cx="3346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  Smart Upload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CSV &amp; Excel support (up to 100 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3230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Polars-powered fast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529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Instant health report on 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2735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Type mismatch &amp; duplicate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508760"/>
            <a:ext cx="3566160" cy="2286000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508760"/>
            <a:ext cx="35661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563624"/>
            <a:ext cx="3346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  Auto-Clean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01168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Auto-fill missing values with 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243230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Remove duplicate rows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28529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Cast text columns to numeric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32735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Live editable data grid for manual fixes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508760"/>
            <a:ext cx="3566160" cy="2286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79" y="1508760"/>
            <a:ext cx="356616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7" y="1563624"/>
            <a:ext cx="3346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b="1" i="0" dirty="0">
                <a:solidFill>
                  <a:srgbClr val="FFFFFF"/>
                </a:solidFill>
              </a:rPr>
              <a:t> </a:t>
            </a:r>
            <a:r>
              <a:rPr sz="1100" b="1" i="0" dirty="0">
                <a:solidFill>
                  <a:srgbClr val="FFFFFF"/>
                </a:solidFill>
              </a:rPr>
              <a:t>AI Natural Language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01168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Type a question — get a chart instantly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43230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Powered by local Ollama LLM (offline)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8529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5 AI-generated dataset-specific suggestions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27355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No SQL or data science knowledge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59352"/>
            <a:ext cx="3566160" cy="2286000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959352"/>
            <a:ext cx="35661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" y="4014215"/>
            <a:ext cx="3346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b="1" i="0" dirty="0">
                <a:solidFill>
                  <a:srgbClr val="FFFFFF"/>
                </a:solidFill>
              </a:rPr>
              <a:t>  </a:t>
            </a:r>
            <a:r>
              <a:rPr sz="1100" b="1" i="0" dirty="0">
                <a:solidFill>
                  <a:srgbClr val="FFFFFF"/>
                </a:solidFill>
              </a:rPr>
              <a:t>Dynamic Dashboard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46227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Bar, Pie, Histogram, Map visualisations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88289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Plotly interactive chart rendering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3035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Auto-correcting SQL engine (fuzzy fix)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7241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KPI metric cards for scalar answers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959352"/>
            <a:ext cx="3566160" cy="2286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1959" y="3959352"/>
            <a:ext cx="356616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61688" y="4014215"/>
            <a:ext cx="3346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b="1" i="0" dirty="0">
                <a:solidFill>
                  <a:srgbClr val="FFFFFF"/>
                </a:solidFill>
              </a:rPr>
              <a:t>  </a:t>
            </a:r>
            <a:r>
              <a:rPr sz="1100" b="1" i="0" dirty="0">
                <a:solidFill>
                  <a:srgbClr val="FFFFFF"/>
                </a:solidFill>
              </a:rPr>
              <a:t>Data Accuracy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399" y="446227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DuckDB in-memory SQL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399" y="488289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Fuzzy column-name auto-correction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399" y="53035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Fallback data table if chart fails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399" y="57241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100% data read from uploaded file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959352"/>
            <a:ext cx="3566160" cy="2286000"/>
          </a:xfrm>
          <a:prstGeom prst="rect">
            <a:avLst/>
          </a:prstGeom>
          <a:solidFill>
            <a:srgbClr val="DC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83879" y="3959352"/>
            <a:ext cx="35661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93607" y="4014215"/>
            <a:ext cx="3346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00" b="1" i="0" dirty="0">
                <a:solidFill>
                  <a:srgbClr val="FFFFFF"/>
                </a:solidFill>
              </a:rPr>
              <a:t>  </a:t>
            </a:r>
            <a:r>
              <a:rPr sz="1100" b="1" i="0" dirty="0">
                <a:solidFill>
                  <a:srgbClr val="FFFFFF"/>
                </a:solidFill>
              </a:rPr>
              <a:t>Privacy &amp;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9" y="446227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Download cleaned dataset as 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19" y="488289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Runs entirely on local machine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9" y="53035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No data uploaded to any cloud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19" y="57241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No external API calls for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What was delivered and what comes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30352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5303520" cy="43891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What Was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011680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0208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933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End-to-end field data pipeline — upload to insight in one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523744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53288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054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Natural-language AI dashboard requiring zero technical knowledge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035808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0449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Auto-data-cleaning engine tested on WASSAN watershed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547872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55701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95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Robust fallback: always shows data results even when chart fails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059936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40690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416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SQL auto-corrector: fixes AI-generated column name mismatches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4572000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45811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537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Professional UI with farm-themed animated loaders &amp; scroll 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481328"/>
            <a:ext cx="5303520" cy="3749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481328"/>
            <a:ext cx="53035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15544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Future Development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01168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  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9933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Multi-file join: analyse across multiple district datasets at once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52374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  -&gt;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5054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Voice querying via speech-to-text for field staff without keyboards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03580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  -&gt;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AGMARKNET API integration for live crop price benchmarking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54787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  -&gt;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5295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GIS layer overlay: map watershed boundaries on field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05993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  -&gt;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0416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Role-based login for Program Officers, Associates &amp; Field 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57200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  -&gt;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553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Mobile-responsive PWA for tablet use during field visits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349240"/>
            <a:ext cx="11430000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4406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A5FA"/>
                </a:solidFill>
              </a:rPr>
              <a:t>"Enabling WASSAN field teams and program associates to transform raw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8064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0A5FA"/>
                </a:solidFill>
              </a:rPr>
              <a:t>agricultural data into actionable insights — without writing a single line of code."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217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Thank You  |  Himagiri  |  WASSAN Internship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6666"/>
                </a:solidFill>
              </a:defRPr>
            </a:pPr>
            <a:r>
              <a:t>Phase 1: Upload &amp; Health Check</a:t>
            </a:r>
          </a:p>
        </p:txBody>
      </p:sp>
      <p:pic>
        <p:nvPicPr>
          <p:cNvPr id="3" name="Picture 2" descr="initia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32" y="1371600"/>
            <a:ext cx="85921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6666"/>
                </a:solidFill>
              </a:defRPr>
            </a:pPr>
            <a:r>
              <a:t>Phase 2: Clean &amp; Validate</a:t>
            </a:r>
          </a:p>
        </p:txBody>
      </p:sp>
      <p:pic>
        <p:nvPicPr>
          <p:cNvPr id="3" name="Picture 2" descr="clean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909" y="1371600"/>
            <a:ext cx="826300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6666"/>
                </a:solidFill>
              </a:defRPr>
            </a:pPr>
            <a:r>
              <a:t>Phase 3: AI Dashboard Suggestions</a:t>
            </a:r>
          </a:p>
        </p:txBody>
      </p:sp>
      <p:pic>
        <p:nvPicPr>
          <p:cNvPr id="3" name="Picture 2" descr="dashboard_gen_ai_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25" y="1371600"/>
            <a:ext cx="930197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6666"/>
                </a:solidFill>
              </a:defRPr>
            </a:pPr>
            <a:r>
              <a:t>Phase 3: AI Dashboard Generations</a:t>
            </a:r>
          </a:p>
        </p:txBody>
      </p:sp>
      <p:pic>
        <p:nvPicPr>
          <p:cNvPr id="3" name="Picture 2" descr="ai_dashboarrd_gen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34" y="1371600"/>
            <a:ext cx="11141157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894</Words>
  <Application>Microsoft Office PowerPoint</Application>
  <PresentationFormat>Custom</PresentationFormat>
  <Paragraphs>153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Tamarapelli Himagiri</cp:lastModifiedBy>
  <cp:revision>2</cp:revision>
  <dcterms:created xsi:type="dcterms:W3CDTF">2013-01-27T09:14:16Z</dcterms:created>
  <dcterms:modified xsi:type="dcterms:W3CDTF">2026-08-12T06:31:15Z</dcterms:modified>
  <cp:category/>
</cp:coreProperties>
</file>